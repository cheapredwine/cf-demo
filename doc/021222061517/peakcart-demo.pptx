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572000" cy="4572000"/>
          </a:xfrm>
          <a:prstGeom prst="ellipse">
            <a:avLst/>
          </a:prstGeom>
          <a:solidFill>
            <a:srgbClr val="24366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731520"/>
            <a:ext cx="3657600" cy="3657600"/>
          </a:xfrm>
          <a:prstGeom prst="ellipse">
            <a:avLst/>
          </a:prstGeom>
          <a:solidFill>
            <a:srgbClr val="243660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457200"/>
            <a:ext cx="54864" cy="1097280"/>
          </a:xfrm>
          <a:prstGeom prst="rect">
            <a:avLst/>
          </a:prstGeom>
          <a:solidFill>
            <a:srgbClr val="0C8A8A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502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spc="600" kern="0" dirty="0">
                <a:solidFill>
                  <a:srgbClr val="10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PEAKCART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05840" y="1005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Mid-Market DTC E-Commerce  |  ~$350M Revenue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5029200" cy="0"/>
          </a:xfrm>
          <a:prstGeom prst="line">
            <a:avLst/>
          </a:prstGeom>
          <a:noFill/>
          <a:ln w="25400">
            <a:solidFill>
              <a:srgbClr val="0C8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2860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Security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Demo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your Cloudflare Solutions Engineering team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2976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Our account executive sends their apologies for not being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 join today. We'll make every minute count in the product.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243660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0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L O U D F L A R E   G L O B A L   N E T W O R 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everything runs 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2468880" cy="1371600"/>
          </a:xfrm>
          <a:prstGeom prst="rect">
            <a:avLst/>
          </a:prstGeom>
          <a:solidFill>
            <a:srgbClr val="243660"/>
          </a:solidFill>
          <a:ln/>
          <a:effectLst>
            <a:outerShdw sx="100000" sy="100000" kx="0" ky="0" algn="bl" rotWithShape="0" blurRad="38100" dist="127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716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335+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125+ countries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37560" y="1234440"/>
            <a:ext cx="2468880" cy="1371600"/>
          </a:xfrm>
          <a:prstGeom prst="rect">
            <a:avLst/>
          </a:prstGeom>
          <a:solidFill>
            <a:srgbClr val="243660"/>
          </a:solidFill>
          <a:ln/>
          <a:effectLst>
            <a:outerShdw sx="100000" sy="100000" kx="0" ky="0" algn="bl" rotWithShape="0" blurRad="38100" dist="127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13716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449 Tbps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337560" y="1874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Capacity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2194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attacks are a fraction of this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26480" y="1234440"/>
            <a:ext cx="2468880" cy="1371600"/>
          </a:xfrm>
          <a:prstGeom prst="rect">
            <a:avLst/>
          </a:prstGeom>
          <a:solidFill>
            <a:srgbClr val="243660"/>
          </a:solidFill>
          <a:ln/>
          <a:effectLst>
            <a:outerShdw sx="100000" sy="100000" kx="0" ky="0" algn="bl" rotWithShape="0" blurRad="38100" dist="127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13716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13,000+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126480" y="1874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Interconnected Networks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2194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major ISP &amp; cloud provider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2834640"/>
            <a:ext cx="2468880" cy="1371600"/>
          </a:xfrm>
          <a:prstGeom prst="rect">
            <a:avLst/>
          </a:prstGeom>
          <a:solidFill>
            <a:srgbClr val="243660"/>
          </a:solidFill>
          <a:ln/>
          <a:effectLst>
            <a:outerShdw sx="100000" sy="100000" kx="0" ky="0" algn="bl" rotWithShape="0" blurRad="38100" dist="127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2971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&lt;50ms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48640" y="3474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95% of Users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794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Internet-connected population globally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37560" y="2834640"/>
            <a:ext cx="2468880" cy="1371600"/>
          </a:xfrm>
          <a:prstGeom prst="rect">
            <a:avLst/>
          </a:prstGeom>
          <a:solidFill>
            <a:srgbClr val="243660"/>
          </a:solidFill>
          <a:ln/>
          <a:effectLst>
            <a:outerShdw sx="100000" sy="100000" kx="0" ky="0" algn="bl" rotWithShape="0" blurRad="38100" dist="12700" dir="81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337560" y="2971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3337560" y="3474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Internet Traffic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37560" y="3794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unmatched threat intelligence dataset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26480" y="2834640"/>
            <a:ext cx="2468880" cy="1371600"/>
          </a:xfrm>
          <a:prstGeom prst="rect">
            <a:avLst/>
          </a:prstGeom>
          <a:solidFill>
            <a:srgbClr val="243660"/>
          </a:solidFill>
          <a:ln/>
          <a:effectLst>
            <a:outerShdw sx="100000" sy="100000" kx="0" ky="0" algn="bl" rotWithShape="0" blurRad="38100" dist="12700" dir="81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26480" y="2971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81M+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6126480" y="3474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Requests/Second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26480" y="3794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server runs every service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service built in-house, on commodity hardware  •  Every server runs every service  •  One pass, zero added latency  •  No acquisitions, no seams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D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C8A8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C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HEARD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four biggest application security challenges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393192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143000"/>
            <a:ext cx="54864" cy="1965960"/>
          </a:xfrm>
          <a:prstGeom prst="rect">
            <a:avLst/>
          </a:prstGeom>
          <a:solidFill>
            <a:srgbClr val="0C8A8A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325880"/>
            <a:ext cx="502920" cy="502920"/>
          </a:xfrm>
          <a:prstGeom prst="ellipse">
            <a:avLst/>
          </a:prstGeom>
          <a:solidFill>
            <a:srgbClr val="0C8A8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435608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371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Bot Attacks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77240" y="18745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sale conversions dropped from 2% to 0.5% as bot traffic tripled. Inventory hoarding, credential stuffing, and price scraping are eroding revenue and skewing analytics.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77240" y="2560320"/>
            <a:ext cx="3474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262432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C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1874520" y="26791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C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bot traffic is now AI-driven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54880" y="1143000"/>
            <a:ext cx="393192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54880" y="1143000"/>
            <a:ext cx="54864" cy="1965960"/>
          </a:xfrm>
          <a:prstGeom prst="rect">
            <a:avLst/>
          </a:prstGeom>
          <a:solidFill>
            <a:srgbClr val="0C8A8A"/>
          </a:solidFill>
          <a:ln/>
        </p:spPr>
      </p:sp>
      <p:sp>
        <p:nvSpPr>
          <p:cNvPr id="16" name="Shape 13"/>
          <p:cNvSpPr/>
          <p:nvPr/>
        </p:nvSpPr>
        <p:spPr>
          <a:xfrm>
            <a:off x="4983480" y="1325880"/>
            <a:ext cx="502920" cy="502920"/>
          </a:xfrm>
          <a:prstGeom prst="ellipse">
            <a:avLst/>
          </a:prstGeom>
          <a:solidFill>
            <a:srgbClr val="0C8A8A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208" y="1435608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623560" y="1371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Sprawl &amp; Shadow APIs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4983480" y="18745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commerce architecture has dozens of API endpoints. Deprecated services, test environments, and partner integrations create an unmonitored attack surface.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983480" y="2560320"/>
            <a:ext cx="3474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983480" y="262432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C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</a:t>
            </a:r>
            <a:endParaRPr lang="en-US" sz="2800" dirty="0"/>
          </a:p>
        </p:txBody>
      </p:sp>
      <p:sp>
        <p:nvSpPr>
          <p:cNvPr id="22" name="Text 18"/>
          <p:cNvSpPr/>
          <p:nvPr/>
        </p:nvSpPr>
        <p:spPr>
          <a:xfrm>
            <a:off x="6080760" y="26791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C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endpoints than documented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48640" y="3246120"/>
            <a:ext cx="393192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548640" y="3246120"/>
            <a:ext cx="54864" cy="1965960"/>
          </a:xfrm>
          <a:prstGeom prst="rect">
            <a:avLst/>
          </a:prstGeom>
          <a:solidFill>
            <a:srgbClr val="0C8A8A"/>
          </a:solidFill>
          <a:ln/>
        </p:spPr>
      </p:sp>
      <p:sp>
        <p:nvSpPr>
          <p:cNvPr id="25" name="Shape 21"/>
          <p:cNvSpPr/>
          <p:nvPr/>
        </p:nvSpPr>
        <p:spPr>
          <a:xfrm>
            <a:off x="777240" y="3429000"/>
            <a:ext cx="502920" cy="502920"/>
          </a:xfrm>
          <a:prstGeom prst="ellipse">
            <a:avLst/>
          </a:prstGeom>
          <a:solidFill>
            <a:srgbClr val="0C8A8A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538728"/>
            <a:ext cx="274320" cy="27432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417320" y="3474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Supply Chain Risk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777240" y="39776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scripts on payment pages pose Magecart-style threats. PCI DSS 4.0 Requirements 6.4.3 and 11.6.1 are now enforceable — the compliance clock is ticking.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777240" y="4663440"/>
            <a:ext cx="3474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777240" y="472744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C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800" dirty="0"/>
          </a:p>
        </p:txBody>
      </p:sp>
      <p:sp>
        <p:nvSpPr>
          <p:cNvPr id="31" name="Text 26"/>
          <p:cNvSpPr/>
          <p:nvPr/>
        </p:nvSpPr>
        <p:spPr>
          <a:xfrm>
            <a:off x="1874520" y="47823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C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breaches tied to third parties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4754880" y="3246120"/>
            <a:ext cx="393192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4754880" y="3246120"/>
            <a:ext cx="54864" cy="1965960"/>
          </a:xfrm>
          <a:prstGeom prst="rect">
            <a:avLst/>
          </a:prstGeom>
          <a:solidFill>
            <a:srgbClr val="0C8A8A"/>
          </a:solidFill>
          <a:ln/>
        </p:spPr>
      </p:sp>
      <p:sp>
        <p:nvSpPr>
          <p:cNvPr id="34" name="Shape 29"/>
          <p:cNvSpPr/>
          <p:nvPr/>
        </p:nvSpPr>
        <p:spPr>
          <a:xfrm>
            <a:off x="4983480" y="3429000"/>
            <a:ext cx="502920" cy="502920"/>
          </a:xfrm>
          <a:prstGeom prst="ellipse">
            <a:avLst/>
          </a:prstGeom>
          <a:solidFill>
            <a:srgbClr val="0C8A8A"/>
          </a:solidFill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3208" y="3538728"/>
            <a:ext cx="274320" cy="27432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623560" y="3474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During Peak Revenue</a:t>
            </a:r>
            <a:endParaRPr lang="en-US" sz="1600" dirty="0"/>
          </a:p>
        </p:txBody>
      </p:sp>
      <p:sp>
        <p:nvSpPr>
          <p:cNvPr id="37" name="Text 31"/>
          <p:cNvSpPr/>
          <p:nvPr/>
        </p:nvSpPr>
        <p:spPr>
          <a:xfrm>
            <a:off x="4983480" y="39776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summer's flash sale outage cost ~$200K in four hours. Application-layer attacks target checkout and payment APIs when downtime hurts most.</a:t>
            </a:r>
            <a:endParaRPr lang="en-US" sz="1050" dirty="0"/>
          </a:p>
        </p:txBody>
      </p:sp>
      <p:sp>
        <p:nvSpPr>
          <p:cNvPr id="38" name="Shape 32"/>
          <p:cNvSpPr/>
          <p:nvPr/>
        </p:nvSpPr>
        <p:spPr>
          <a:xfrm>
            <a:off x="4983480" y="4663440"/>
            <a:ext cx="3474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4983480" y="472744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C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2800" dirty="0"/>
          </a:p>
        </p:txBody>
      </p:sp>
      <p:sp>
        <p:nvSpPr>
          <p:cNvPr id="40" name="Text 34"/>
          <p:cNvSpPr/>
          <p:nvPr/>
        </p:nvSpPr>
        <p:spPr>
          <a:xfrm>
            <a:off x="6080760" y="47823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C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 lost to bot &amp; DDoS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914400"/>
            <a:ext cx="4572000" cy="4572000"/>
          </a:xfrm>
          <a:prstGeom prst="ellipse">
            <a:avLst/>
          </a:prstGeom>
          <a:solidFill>
            <a:srgbClr val="24366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24366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500" kern="0" dirty="0">
                <a:solidFill>
                  <a:srgbClr val="10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I V E   D E M 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0" y="2331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Dashboard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0" y="3154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public-api.electric-harbor.sxplab.com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286000"/>
            <a:ext cx="4114800" cy="4114800"/>
          </a:xfrm>
          <a:prstGeom prst="ellipse">
            <a:avLst/>
          </a:prstGeom>
          <a:solidFill>
            <a:srgbClr val="243660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0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YOUR AI ROADMAP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for AI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product recommendation chatbot and natural-language search introduce a new class of risk.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for AI sits inline on the same edge network — model-agnostic, same dashboard, same rules engine.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2560320" cy="2377440"/>
          </a:xfrm>
          <a:prstGeom prst="rect">
            <a:avLst/>
          </a:prstGeom>
          <a:solidFill>
            <a:srgbClr val="243660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81328" y="2148840"/>
            <a:ext cx="640080" cy="640080"/>
          </a:xfrm>
          <a:prstGeom prst="ellipse">
            <a:avLst/>
          </a:prstGeom>
          <a:solidFill>
            <a:srgbClr val="0C8A8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8488" y="22860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Detection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33375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Named-entity recognition at the edge catches credit card numbers, SSNs, and emails before your model sees them. Block or log via WAF rule.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91840" y="1920240"/>
            <a:ext cx="2560320" cy="2377440"/>
          </a:xfrm>
          <a:prstGeom prst="rect">
            <a:avLst/>
          </a:prstGeom>
          <a:solidFill>
            <a:srgbClr val="243660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24528" y="2148840"/>
            <a:ext cx="640080" cy="640080"/>
          </a:xfrm>
          <a:prstGeom prst="ellipse">
            <a:avLst/>
          </a:prstGeom>
          <a:solidFill>
            <a:srgbClr val="0C8A8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688" y="22860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74720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Scoring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474720" y="33375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prompt scored 1–99 for injection likelihood — same concept as bot scores. Set a threshold, take action. OWASP LLM Top 10 #1 addressed.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035040" y="1920240"/>
            <a:ext cx="2560320" cy="2377440"/>
          </a:xfrm>
          <a:prstGeom prst="rect">
            <a:avLst/>
          </a:prstGeom>
          <a:solidFill>
            <a:srgbClr val="243660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967728" y="2148840"/>
            <a:ext cx="640080" cy="640080"/>
          </a:xfrm>
          <a:prstGeom prst="ellipse">
            <a:avLst/>
          </a:prstGeom>
          <a:solidFill>
            <a:srgbClr val="0C8A8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88" y="228600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17920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Safety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217920" y="33375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Llama Guard. Classifies prompts across safety categories — violence, hate speech, criminal planning. Stops misuse before your model responds.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WAF rules engine  •  Same Security Analytics  •  Same logging  •  Enterprise beta available now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D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C8A8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C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SOLVE IT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challenges mapped to the Cloudflare platform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737360"/>
                <a:gridCol w="2560320"/>
                <a:gridCol w="2103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Challenge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Cloudflare Solution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 Saw Today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at 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AI-powered bots eroding flash sale conversions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 Management + Turnstile + AI Crawl Control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scoring, behavioral analysis, custom WAF rules, invisible challenges, AI crawler monetization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~$5.25M/yr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(1.5% conversion loss × $350M)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Shadow APIs and unmonitored endpoints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Shield + Schema Validation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Discovery, positive security model, schema enforcement, session rate limiting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 cost avg $4.88M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(IBM 2024)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Client-side supply chain &amp; PCI 4.0 compliance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Shield (Client-side resources)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 inventory, malicious detection, CSP enforcement — Req. 6.4.3 &amp; 11.6.1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Non-compliance fines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$500K/mo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DDoS during peak revenue windows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DDoS Protection + Waiting Room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449 Tbps capacity, autonomous edge mitigation, branded queuing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$200K lost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last 4-hour outage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endpoints exposed to prompt injection &amp; data leakage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Firewall for 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PII detection, injection scoring, content safety — same rules engine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 + legal liability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(OWASP LLM Top 10)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7091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 •  One dashboard  •  One vendor  •  335+ cities  •  Zero added latency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D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C8A8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C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U M M A R 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saw today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C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057400" y="105156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Workers, R2, Images, account-wide rules, RBAC, Log Explorer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45389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C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57400" y="145389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Nameservers or CNAME → auto SSL → Tiered Cache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85623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C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57400" y="18562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Rulesets, zero-day protection, Sensitive Data Detection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25856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C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Management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57400" y="225856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scoring, Turnstile, AI Crawl Control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66090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C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Shield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57400" y="266090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Discovery, schema validation, shadow API blocking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0632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C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Shield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57400" y="30632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monitoring, PCI DSS 4.0 compliance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46557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C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+ Waiting Room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57400" y="346557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449 Tbps capacity, autonomous mitigation, branded queue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86791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C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for AI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057400" y="386791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detection, prompt injection, content safety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1051560"/>
            <a:ext cx="0" cy="3383280"/>
          </a:xfrm>
          <a:prstGeom prst="line">
            <a:avLst/>
          </a:prstGeom>
          <a:noFill/>
          <a:ln w="6350">
            <a:solidFill>
              <a:srgbClr val="0C8A8A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4754880" y="914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Cloudflare helps you do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1316736"/>
            <a:ext cx="201168" cy="201168"/>
          </a:xfrm>
          <a:prstGeom prst="ellipse">
            <a:avLst/>
          </a:prstGeom>
          <a:solidFill>
            <a:srgbClr val="0C8A8A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1456" y="1353312"/>
            <a:ext cx="128016" cy="128016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074920" y="128016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revenue windows — stop bots crashing flash sales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754880" y="1719072"/>
            <a:ext cx="201168" cy="201168"/>
          </a:xfrm>
          <a:prstGeom prst="ellipse">
            <a:avLst/>
          </a:prstGeom>
          <a:solidFill>
            <a:srgbClr val="0C8A8A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1755648"/>
            <a:ext cx="128016" cy="128016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074920" y="168249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API blind spots — discover, enforce, block shadows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4754880" y="2121408"/>
            <a:ext cx="201168" cy="201168"/>
          </a:xfrm>
          <a:prstGeom prst="ellipse">
            <a:avLst/>
          </a:prstGeom>
          <a:solidFill>
            <a:srgbClr val="0C8A8A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456" y="2157984"/>
            <a:ext cx="128016" cy="128016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074920" y="208483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compliant before next audit — zero code changes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4754880" y="2523744"/>
            <a:ext cx="201168" cy="201168"/>
          </a:xfrm>
          <a:prstGeom prst="ellipse">
            <a:avLst/>
          </a:prstGeom>
          <a:solidFill>
            <a:srgbClr val="0C8A8A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2560320"/>
            <a:ext cx="128016" cy="128016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074920" y="248716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AI before production — guardrails while still in beta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4754880" y="2926080"/>
            <a:ext cx="201168" cy="201168"/>
          </a:xfrm>
          <a:prstGeom prst="ellipse">
            <a:avLst/>
          </a:prstGeom>
          <a:solidFill>
            <a:srgbClr val="0C8A8A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456" y="2962656"/>
            <a:ext cx="128016" cy="128016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074920" y="288950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 any traffic spike — DDoS absorbed, checkout stays alive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4754880" y="3328416"/>
            <a:ext cx="201168" cy="201168"/>
          </a:xfrm>
          <a:prstGeom prst="ellipse">
            <a:avLst/>
          </a:prstGeom>
          <a:solidFill>
            <a:srgbClr val="0C8A8A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1456" y="3364992"/>
            <a:ext cx="128016" cy="128016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5074920" y="329184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your stack — replace aging WAF + point solutions</a:t>
            </a:r>
            <a:endParaRPr lang="en-US" sz="1000" dirty="0"/>
          </a:p>
        </p:txBody>
      </p:sp>
      <p:sp>
        <p:nvSpPr>
          <p:cNvPr id="41" name="Text 33"/>
          <p:cNvSpPr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network  •  One dashboard  •  One vendor  •  335+ cities  •  Zero added latency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243660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0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to value, fast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8046720" cy="777240"/>
          </a:xfrm>
          <a:prstGeom prst="rect">
            <a:avLst/>
          </a:prstGeom>
          <a:solidFill>
            <a:srgbClr val="243660"/>
          </a:solidFill>
          <a:ln/>
          <a:effectLst>
            <a:outerShdw sx="100000" sy="100000" kx="0" ky="0" algn="bl" rotWithShape="0" blurRad="38100" dist="127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371600"/>
            <a:ext cx="502920" cy="502920"/>
          </a:xfrm>
          <a:prstGeom prst="ellipse">
            <a:avLst/>
          </a:prstGeom>
          <a:solidFill>
            <a:srgbClr val="0C8A8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3075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Value — Log-Only Mode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16184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flowing through Cloudflare in 24 hrs. See real bot %, full API inventory, script inventory, LLM traffic — no inline blocking.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949440" y="1435608"/>
            <a:ext cx="1417320" cy="365760"/>
          </a:xfrm>
          <a:prstGeom prst="rect">
            <a:avLst>
              <a:gd name="adj" fmla="val 12500"/>
            </a:avLst>
          </a:prstGeom>
          <a:solidFill>
            <a:srgbClr val="0C8A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949440" y="143560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1–2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194560"/>
            <a:ext cx="8046720" cy="777240"/>
          </a:xfrm>
          <a:prstGeom prst="rect">
            <a:avLst/>
          </a:prstGeom>
          <a:solidFill>
            <a:srgbClr val="243660"/>
          </a:solidFill>
          <a:ln/>
          <a:effectLst>
            <a:outerShdw sx="100000" sy="100000" kx="0" ky="0" algn="bl" rotWithShape="0" blurRad="38100" dist="127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2331720"/>
            <a:ext cx="502920" cy="502920"/>
          </a:xfrm>
          <a:prstGeom prst="ellipse">
            <a:avLst/>
          </a:prstGeom>
          <a:solidFill>
            <a:srgbClr val="0C8A8A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22677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Compliance Call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2578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30-minute session with your auditor and our compliance team on Page Shield → Req. 6.4.3 &amp; 11.6.1 mapping.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949440" y="2395728"/>
            <a:ext cx="1417320" cy="365760"/>
          </a:xfrm>
          <a:prstGeom prst="rect">
            <a:avLst>
              <a:gd name="adj" fmla="val 12500"/>
            </a:avLst>
          </a:prstGeom>
          <a:solidFill>
            <a:srgbClr val="0C8A8A">
              <a:alpha val="7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0" y="239572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154680"/>
            <a:ext cx="8046720" cy="777240"/>
          </a:xfrm>
          <a:prstGeom prst="rect">
            <a:avLst/>
          </a:prstGeom>
          <a:solidFill>
            <a:srgbClr val="243660"/>
          </a:solidFill>
          <a:ln/>
          <a:effectLst>
            <a:outerShdw sx="100000" sy="100000" kx="0" ky="0" algn="bl" rotWithShape="0" blurRad="38100" dist="127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" y="3291840"/>
            <a:ext cx="502920" cy="502920"/>
          </a:xfrm>
          <a:prstGeom prst="ellipse">
            <a:avLst/>
          </a:prstGeom>
          <a:solidFill>
            <a:srgbClr val="0C8A8A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32278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for AI Beta Activation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71600" y="35387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on your zone so your AI team has guardrails before the chatbot reaches production.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949440" y="3355848"/>
            <a:ext cx="1417320" cy="365760"/>
          </a:xfrm>
          <a:prstGeom prst="rect">
            <a:avLst>
              <a:gd name="adj" fmla="val 12500"/>
            </a:avLst>
          </a:prstGeom>
          <a:solidFill>
            <a:srgbClr val="0C8A8A">
              <a:alpha val="7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949440" y="335584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4114800"/>
            <a:ext cx="8046720" cy="777240"/>
          </a:xfrm>
          <a:prstGeom prst="rect">
            <a:avLst/>
          </a:prstGeom>
          <a:solidFill>
            <a:srgbClr val="243660"/>
          </a:solidFill>
          <a:ln/>
          <a:effectLst>
            <a:outerShdw sx="100000" sy="100000" kx="0" ky="0" algn="bl" rotWithShape="0" blurRad="38100" dist="127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5800" y="4251960"/>
            <a:ext cx="502920" cy="502920"/>
          </a:xfrm>
          <a:prstGeom prst="ellipse">
            <a:avLst/>
          </a:prstGeom>
          <a:solidFill>
            <a:srgbClr val="0C8A8A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371600" y="41879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Traffic Readiness Model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371600" y="44988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rate limiting and DDoS rules tuned for your summer sale traffic patterns. Waiting Room setup for product drops.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949440" y="4315968"/>
            <a:ext cx="1417320" cy="365760"/>
          </a:xfrm>
          <a:prstGeom prst="rect">
            <a:avLst>
              <a:gd name="adj" fmla="val 12500"/>
            </a:avLst>
          </a:prstGeom>
          <a:solidFill>
            <a:srgbClr val="0C8A8A">
              <a:alpha val="7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949440" y="431596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2–3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PeakCart Application Security - Discovery &amp; Demo</dc:title>
  <dc:subject>PptxGenJS Presentation</dc:subject>
  <dc:creator>Cloudflare Solutions Engineering</dc:creator>
  <cp:lastModifiedBy>Cloudflare Solutions Engineering</cp:lastModifiedBy>
  <cp:revision>1</cp:revision>
  <dcterms:created xsi:type="dcterms:W3CDTF">2026-02-12T22:10:05Z</dcterms:created>
  <dcterms:modified xsi:type="dcterms:W3CDTF">2026-02-12T22:10:05Z</dcterms:modified>
</cp:coreProperties>
</file>